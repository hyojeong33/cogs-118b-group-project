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6d412f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6d412f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fbf2ebb0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fbf2ebb0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e6d412f9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e6d412f9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e6d412f9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e6d412f9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fbf2ebb0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fbf2ebb0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fbf2ebb0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fbf2ebb0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e6d412f9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e6d412f9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fbf2ebb0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fbf2ebb0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fbf2ebb0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fbf2ebb0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fbf2ebb0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fbf2ebb0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fbf2ebb0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fbf2ebb0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e6d412f9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e6d412f9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e6d412f9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e6d412f9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fbf2ebb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fbf2ebb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IoT Greenhouse Data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Cogs 118b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Motivation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Agricultural concerns with climate change and growing population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IoT using sensors for soil, water, temperature, etc.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plant growth indicators are best predictors of IoT or traditional greenhouse conditions?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Radishes grown with temperature, soil humidity, amount of water in tank, and soil mineral sensors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(a) How well do plant growth indicators classify IoT or traditional greenhouse conditions?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(b) Which indicators/features are the most important?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(c)What is the least number of features required for our models to achieve the same accuracy?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IoT optimizes through system of sensors and platforms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Monitor irrigation, temperature, nitrogen levels, grazing patterns,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Farmers can respond immediately and efficiently to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Accessibility issue for small farms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and network speed barrier for small farms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Concerns of threat to traditional farming jobs, data transparency, electronic waste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(Miller et al., 2025)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PCA from class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and Results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1: Data Preprocessing and Feature Definition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Feature Definition and Target Creation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Input features: 12 plant growth indicators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Standardized training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2: Logistic Regression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Trained model on scaled training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 accuracy of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3: SVM with RBF Kernel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Capture potential non-linear relationships in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Trained model on scaled training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 accuracy of 1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Methods and Results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4: Logistic Regression &amp; Coefficient Analysis for Feature Importance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Magnitude of coefficients tell predictive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Captures linear relationships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Top predictor: ANPL (average number of leaves on plant)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4.388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2nd predictor: ACHP (average chlorophyll content)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-3.236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IoT plants have less chlorophyll than traditionally grown plants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features with high coefficient values include and predictive strength are PDMVG (percentage of dry tissue in vegetative growth), ALAP (average leaf area) and ARD (average root diameter) 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Methods and Results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5: Random Forest for Feature Importance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Captures non-linear relationships and 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Top predictor: ACHP (average chlorophyll content)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0.258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2nd predictor: ARL (average root length)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0.172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3rd predictor: ALAP (average leaf surface area)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0.170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significant features have to do with leaf and root growth for both models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ANPL (average number of leaves per plant), ALAP (average leaf area per plant), ARL (average root length), ARD (average root diameter), ACHP (average chlorophyll content) to show big accuracy drop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LR shows directional influence, RF shows non-linear predictive value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Methods and Results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6: Permutation Importance for Random Forest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 accuracy drop when shuffling a feature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Permutation importance measures direct significance of feature on model performance on test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Expected </a:t>
            </a:r>
            <a:r>
              <a:rPr lang="en"/>
              <a:t>ANPL (average number of leaves per plant), ALAP (average leaf area per plant), ARL (average root length), ARD (average root diameter), ACHP (average chlorophyll content) to show big accuracy drop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mean accuracy drop was 0 over all 12 features in 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features are redundant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is highly separable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Methods and Results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7: Permutation Importance for Logistic Regression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ANPL (average number of leaves per plant) had biggest accuracy drop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0.070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ACHP (average chlorophyll content) 2nd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0.041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PDMVG (percentage dry matter in vegetative growth), ALAP (average leaf area per plant), ARD (average root diameter) had some accuracy drops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features had no effect on model performance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Methods and Results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8: Principal Component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Many features are redundant, so reduced 12-</a:t>
            </a:r>
            <a:r>
              <a:rPr lang="en"/>
              <a:t>dimensional</a:t>
            </a:r>
            <a:r>
              <a:rPr lang="en"/>
              <a:t> feature space to 2-dimensions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64.6% of variance of 12-dimensional data captured in 2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Features are not independent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 shows two distinct clusters for IoT vs. traditional greenhouse plants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IoT and traditional greenhouse plants are very different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Redundancy of data is reason for model accuracies of 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r>
              <a:rPr lang="en"/>
              <a:t> and Results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9: Principal Component Analysis Loadings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Extracted PCA loadings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 which features drive variance in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PCA1 top features: ADWR (average dry weight of roots), ARD (average root diameter), ANPL (average number of leaves per plant)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Dominated by growth features of roots and leaves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ACHP (average chlorophyll content) has negative connotation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Same as in LR and RF, accounts for across class variation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Separates IoT and traditional plants even unsupervised	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PCA2 top features: AWWGV (average weight weight of vegetative growth), ADWV (average dry weight of vegetative parts), PDMVG (percent dry matter in vegetative growth)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Dominated by growth features of vegetative growth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Accounts for within class variation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and Results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10: Feature Reduction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Trained LR model least features possible while getting accuracy of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features in order of importance from previous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needed 2 features for accuracy of 1: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ANPL (average number of leaves per plant) and ACHP (average chlorophyll content)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10 features are redundant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Summarized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 best model: both logistic regression and SVM got accuracy of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Redundancy in data made classification too easy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 best predictive indicators: </a:t>
            </a:r>
            <a:r>
              <a:rPr lang="en"/>
              <a:t>ANPL (average number of leaves per plant) and ACHP (average chlorophyll content)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Achieved accuracy of 1 with two features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IoT and traditional greenhouse plants have strong physiological differences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 reduction on LR showed two features were enough to reach perfect accuracy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Extension 1: use LR with top two features to build closed loop IoT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Detect if plants are showing features IoT plants usually show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Simpler system, might be easier to implement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Extension</a:t>
            </a:r>
            <a:r>
              <a:rPr lang="en"/>
              <a:t> 2: apply different clustering methods (k-means, Gaussian mixture) to find different subgroups in each class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Examine how different IoT or traditional plants behave differently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PCA2 axis showed within class variations, could investigate further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Identify</a:t>
            </a:r>
            <a:r>
              <a:rPr lang="en"/>
              <a:t> subtypes within classes, like high or low performance IoT plants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Miller, T., Mikiciuk, G., Durlik, I., Mikiciuk, M., Łobodzińska, A., &amp; Śnieg, M. (2025). The IoT and AI in Agriculture: The Time Is Now-A Systematic Review of Smart Sensing Technologies. Sensors (Basel, Switzerland), 25(12), 3583. https://doi.org/10.3390/s25123583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